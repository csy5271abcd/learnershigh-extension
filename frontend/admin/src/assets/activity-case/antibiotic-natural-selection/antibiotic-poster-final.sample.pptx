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7F50D5-CE0F-7914-C06F-8C1A0476D9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7FD96BF-6DDD-E575-E584-8B49C4B853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E38606-39BD-E2E5-DB70-CDB7F3E94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C1853-F7BE-413B-A93C-F0EC8AC5DBBF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C350BF-2A7F-43DB-3C04-8EB99B46F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E78518-E7B2-13C1-D419-73B8DF15D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8C1D1-73C6-458D-B2DE-6C81641AC3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193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99C6F5-9E33-E724-DF24-751BE3027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6B3F79-1E62-CA6E-81ED-65E986679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C6C6E3-AC68-63DD-AE22-3B794A63A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C1853-F7BE-413B-A93C-F0EC8AC5DBBF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ECAA81-AA44-6EAC-3387-C8E954E22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693C61-BBD1-0B85-F4C5-F1298E33C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8C1D1-73C6-458D-B2DE-6C81641AC3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6624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2040A0-10D7-1178-9235-B0BD683F1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72F0E4-BB9A-15DF-8A27-5EE21B7E3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5CFED6-D887-64CC-6350-64F10C9EC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C1853-F7BE-413B-A93C-F0EC8AC5DBBF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29A2F3-1973-74EB-47A8-0A761A946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7CFA51-901E-6981-91D3-92DD3545B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8C1D1-73C6-458D-B2DE-6C81641AC3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5440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886130-9AED-74FF-3ED9-2677731E4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52AAC0-1068-A5C5-14CB-C325DC4D16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2090EAC-E694-F953-9910-018E92B43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25A4CB-4FF9-6DC8-6679-4AFAB1304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C1853-F7BE-413B-A93C-F0EC8AC5DBBF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F32FD22-6F45-6050-ABF6-36080C190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F08AD8-08C8-19E0-B640-C34814EC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8C1D1-73C6-458D-B2DE-6C81641AC3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836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B33364-ABE2-CAF9-A4E0-2560906D1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EC1C17-0FD5-137B-08A3-601A0A5D2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502A7E-1A95-18D2-4E5F-F7D285B0A3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7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8CA17B7-596C-12C1-4964-8D41A91526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8D2650A-8EDF-FB58-02C2-42B30D402A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7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9D5E4DF-B745-35B3-E09C-16443435C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C1853-F7BE-413B-A93C-F0EC8AC5DBBF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06C7862-E068-DA5C-EF4C-A858A78C4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3DB0466-2EA6-0709-6DB1-023E944FD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8C1D1-73C6-458D-B2DE-6C81641AC3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6260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EA0634-0BFA-BD54-17BD-5A591872A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5F4125B-7140-5CC5-CA18-13CFF5B5D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C1853-F7BE-413B-A93C-F0EC8AC5DBBF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160D02A-6773-6736-774A-655D5DD41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3A3F3E-43D4-44EE-6084-DE63920D7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8C1D1-73C6-458D-B2DE-6C81641AC3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5451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BF711F8-0CBB-C059-4781-5C8F262D9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C1853-F7BE-413B-A93C-F0EC8AC5DBBF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3AFEE09-4845-6B2B-ACAD-5646A0B8E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F02C1D-7603-E75C-9437-4035E7FDB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8C1D1-73C6-458D-B2DE-6C81641AC3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593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E37E6C-BFD4-449C-5CAD-552272D32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7BED4E-6A08-61A2-7DF0-14B4AFFF2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1655DC2-7250-255A-AB67-F892A1EBF6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D3ABA-8C08-3886-96FD-E8E8D8227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C1853-F7BE-413B-A93C-F0EC8AC5DBBF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2570B57-3464-46C7-A638-2FDB1E028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8200A7-8AAE-6FC2-13EA-4668F5317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8C1D1-73C6-458D-B2DE-6C81641AC3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5386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BBD543-12D4-469B-CDEF-7FE108057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9236C51-A9A6-3F09-F2B7-4A5BCC5943F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E5202E-6232-366D-1EC0-FD67BE78C8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B15BC7-48B0-98D4-8E1F-33D7D6FB5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C1853-F7BE-413B-A93C-F0EC8AC5DBBF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CF421A-7C8C-83B9-FB73-DAF5FFC16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82DAE4-C654-C3CA-23CF-389586E97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8C1D1-73C6-458D-B2DE-6C81641AC3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3508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CA26BE-C868-65A2-5823-FBD2AC6C2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707DCF-4C86-D944-F569-09219E7F6C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D81389-D9B3-2D30-4688-E4734776F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C1853-F7BE-413B-A93C-F0EC8AC5DBBF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D6CC4D-16F7-DAA8-3E62-07720A9CA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D101D6-2D6C-0631-0F38-C5DEC20DB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8C1D1-73C6-458D-B2DE-6C81641AC3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8454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7E587C7-8BB7-1F2B-C80F-FC6F2A529F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8118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5F826E7-4493-0B14-4B2F-FB23A320AD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7"/>
            <a:ext cx="7734300" cy="58118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0F91E6-5EE3-E4A3-AEA5-4BC60D5B6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C1853-F7BE-413B-A93C-F0EC8AC5DBBF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75E43B-FE9E-6FE1-101C-259EB0BFB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AD6981-E504-BE01-DF4E-E95DE03AB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8C1D1-73C6-458D-B2DE-6C81641AC3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81193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1BA15A-0AAC-FAA2-ABEC-EF4C8DF67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664128-9DCB-6098-B8ED-35518F6DC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C52E13-E99C-F2B8-8622-9C7D738E6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C1853-F7BE-413B-A93C-F0EC8AC5DBBF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39160F-5595-9763-8937-78CBCF21D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CB6DB2-07C0-3C93-A230-06D2C75AD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8C1D1-73C6-458D-B2DE-6C81641AC3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1636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F24FA2E-A79A-93BF-7D10-D8ACD9432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26B53F-5237-DDA6-172B-B2597472F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58CB04-EF9D-D299-F767-358B363093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AC1853-F7BE-413B-A93C-F0EC8AC5DBBF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5491FE-BED3-C63C-C5C4-25D7BA08DD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C29374-0BC3-677E-7A3D-2D0B8FE5F5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B8C1D1-73C6-458D-B2DE-6C81641AC3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0452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9B3F69-A110-C793-2E2A-DAD764878C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항생제 내성과 자연선택 탐구 포스터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933D271-3932-68B7-7F0E-C33A30C34B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/>
              <a:t>최종 포스터 </a:t>
            </a:r>
            <a:r>
              <a:rPr lang="en-US" altLang="ko-KR"/>
              <a:t>+ 3</a:t>
            </a:r>
            <a:r>
              <a:rPr lang="ko-KR" altLang="en-US"/>
              <a:t>분 발표</a:t>
            </a:r>
          </a:p>
          <a:p>
            <a:r>
              <a:rPr lang="en-US" altLang="ko-KR"/>
              <a:t>V2 </a:t>
            </a:r>
            <a:r>
              <a:rPr lang="ko-KR" altLang="en-US"/>
              <a:t>포스터는 변이 → 선택 → 생존</a:t>
            </a:r>
            <a:r>
              <a:rPr lang="en-US" altLang="ko-KR"/>
              <a:t>·</a:t>
            </a:r>
            <a:r>
              <a:rPr lang="ko-KR" altLang="en-US"/>
              <a:t>번식 → 내성균 증가 순서로 읽히도록 구성했어요</a:t>
            </a:r>
            <a:r>
              <a:rPr lang="en-US" altLang="ko-KR"/>
              <a:t>. </a:t>
            </a:r>
            <a:r>
              <a:rPr lang="ko-KR" altLang="en-US"/>
              <a:t>발표도 도식 순서를 그대로 따라갔어요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9152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AAD669-7305-3D63-B2A6-D12C9F3E7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문제 제기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CD35FF-85B7-F4CB-ED84-244D80763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처음에는 여러 나라의 항생제 사용량과 내성균 비율을 비교하려고 했어요</a:t>
            </a:r>
            <a:r>
              <a:rPr lang="en-US" altLang="ko-KR"/>
              <a:t>.</a:t>
            </a:r>
          </a:p>
          <a:p>
            <a:r>
              <a:rPr lang="en-US" altLang="ko-KR"/>
              <a:t>3</a:t>
            </a:r>
            <a:r>
              <a:rPr lang="ko-KR" altLang="en-US"/>
              <a:t>주 안에 자료를 모으기 어려워 국내 통계 하나로 범위를 줄였어요</a:t>
            </a:r>
            <a:r>
              <a:rPr lang="en-US" altLang="ko-KR"/>
              <a:t>.</a:t>
            </a:r>
          </a:p>
          <a:p>
            <a:r>
              <a:rPr lang="ko-KR" altLang="en-US"/>
              <a:t>왜 이 주제를 골랐는지</a:t>
            </a:r>
          </a:p>
        </p:txBody>
      </p:sp>
    </p:spTree>
    <p:extLst>
      <p:ext uri="{BB962C8B-B14F-4D97-AF65-F5344CB8AC3E}">
        <p14:creationId xmlns:p14="http://schemas.microsoft.com/office/powerpoint/2010/main" val="3247722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사용자 지정</PresentationFormat>
  <Paragraphs>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항생제 내성과 자연선택 탐구 포스터</vt:lpstr>
      <vt:lpstr>문제 제기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created xsi:type="dcterms:W3CDTF">2026-10-11T05:15:05Z</dcterms:created>
  <dcterms:modified xsi:type="dcterms:W3CDTF">2026-10-11T05:15:05Z</dcterms:modified>
  <dc:title>Development fixture - sample original document</dc:title>
  <dc:creator>LearnersHigh Extension development fixture</dc:creator>
</cp:coreProperties>
</file>